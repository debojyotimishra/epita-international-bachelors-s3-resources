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4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5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hasmukhbhai Patel" userId="S::jay-hasmukhbhai.patel@epita.fr::f70f27cb-a0fc-412e-839a-f784ac6e828e" providerId="AD" clId="Web-{E203C78D-9F67-34FE-B67D-EB2257CD453A}"/>
    <pc:docChg chg="addSld">
      <pc:chgData name="Jay hasmukhbhai Patel" userId="S::jay-hasmukhbhai.patel@epita.fr::f70f27cb-a0fc-412e-839a-f784ac6e828e" providerId="AD" clId="Web-{E203C78D-9F67-34FE-B67D-EB2257CD453A}" dt="2024-09-19T09:44:59.433" v="5"/>
      <pc:docMkLst>
        <pc:docMk/>
      </pc:docMkLst>
      <pc:sldChg chg="new">
        <pc:chgData name="Jay hasmukhbhai Patel" userId="S::jay-hasmukhbhai.patel@epita.fr::f70f27cb-a0fc-412e-839a-f784ac6e828e" providerId="AD" clId="Web-{E203C78D-9F67-34FE-B67D-EB2257CD453A}" dt="2024-09-19T09:44:57.714" v="0"/>
        <pc:sldMkLst>
          <pc:docMk/>
          <pc:sldMk cId="730184245" sldId="262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277" v="1"/>
        <pc:sldMkLst>
          <pc:docMk/>
          <pc:sldMk cId="1591232634" sldId="263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324" v="2"/>
        <pc:sldMkLst>
          <pc:docMk/>
          <pc:sldMk cId="4257380347" sldId="264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355" v="3"/>
        <pc:sldMkLst>
          <pc:docMk/>
          <pc:sldMk cId="1414993787" sldId="265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386" v="4"/>
        <pc:sldMkLst>
          <pc:docMk/>
          <pc:sldMk cId="3505597831" sldId="266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433" v="5"/>
        <pc:sldMkLst>
          <pc:docMk/>
          <pc:sldMk cId="3555384981" sldId="267"/>
        </pc:sldMkLst>
      </pc:sldChg>
    </pc:docChg>
  </pc:docChgLst>
  <pc:docChgLst>
    <pc:chgData name="Romain Lhotte" userId="S::romain.lhotte@epita.fr::5243ed4a-24b4-4454-8033-42bc056e6bcb" providerId="AD" clId="Web-{B00351CD-1A2E-5639-D081-AA2D77844D18}"/>
    <pc:docChg chg="addSld modSld">
      <pc:chgData name="Romain Lhotte" userId="S::romain.lhotte@epita.fr::5243ed4a-24b4-4454-8033-42bc056e6bcb" providerId="AD" clId="Web-{B00351CD-1A2E-5639-D081-AA2D77844D18}" dt="2024-09-25T09:15:10.021" v="248" actId="20577"/>
      <pc:docMkLst>
        <pc:docMk/>
      </pc:docMkLst>
      <pc:sldChg chg="modSp add replId">
        <pc:chgData name="Romain Lhotte" userId="S::romain.lhotte@epita.fr::5243ed4a-24b4-4454-8033-42bc056e6bcb" providerId="AD" clId="Web-{B00351CD-1A2E-5639-D081-AA2D77844D18}" dt="2024-09-25T09:15:10.021" v="248" actId="20577"/>
        <pc:sldMkLst>
          <pc:docMk/>
          <pc:sldMk cId="3019813675" sldId="264"/>
        </pc:sldMkLst>
        <pc:spChg chg="mod">
          <ac:chgData name="Romain Lhotte" userId="S::romain.lhotte@epita.fr::5243ed4a-24b4-4454-8033-42bc056e6bcb" providerId="AD" clId="Web-{B00351CD-1A2E-5639-D081-AA2D77844D18}" dt="2024-09-25T09:12:07.078" v="5" actId="20577"/>
          <ac:spMkLst>
            <pc:docMk/>
            <pc:sldMk cId="3019813675" sldId="264"/>
            <ac:spMk id="2" creationId="{A603E8EF-2D67-C98F-F8EA-53E05347A046}"/>
          </ac:spMkLst>
        </pc:spChg>
        <pc:spChg chg="mod">
          <ac:chgData name="Romain Lhotte" userId="S::romain.lhotte@epita.fr::5243ed4a-24b4-4454-8033-42bc056e6bcb" providerId="AD" clId="Web-{B00351CD-1A2E-5639-D081-AA2D77844D18}" dt="2024-09-25T09:15:10.021" v="248" actId="20577"/>
          <ac:spMkLst>
            <pc:docMk/>
            <pc:sldMk cId="3019813675" sldId="264"/>
            <ac:spMk id="3" creationId="{5B1CF2C7-994C-883D-D927-65C8FC173DA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A17D6-8FEA-41D7-A2D4-2BD44270F04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28B2B-5F96-440A-B5C5-C1A01FB54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54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ECD1-5BB6-0C46-DEBB-0BE0A2A1C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EE631-7805-2F5B-3995-8CCAF1733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DB588-0DA1-DC2C-0DA3-B41E486A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1812C-D415-AB44-3CCE-BA37085A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766B6-D3F9-C526-644E-7F8AE530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21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24F0-9BAC-0A79-13A6-C9A69773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8E3F1-E71E-4770-24E0-0131292E2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0377F-7C8E-7AA5-488F-DE5C7D3E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42835-10B3-005D-EDF1-351406F1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1C39F-FC5A-442F-84FB-0D9EB386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34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867A8-22B1-C199-C122-18C129BA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7E07C-BF83-DF8D-0779-789DCD3F6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44C1-5631-5F02-1E7F-3ECF04A3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8957E-3A7E-3EF8-FB04-C00FC5DF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65FF9-500C-2B93-125B-FF7077EC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36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E20F-ABC4-EA0B-F7F5-89C030DB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5E966-A15B-3ED2-3343-39BB949D5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41A8B-0BE1-D0C6-1504-5DBBC3333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BF840-4F63-54B4-65C9-196284DF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3713F-A76E-C28F-4825-BE90738C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20AB4-2D85-45FF-E36B-B9A3FAA3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11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C798-38A3-30E0-B4ED-8C497E25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21D3D-0A3A-D87A-42EA-0E9F4DD0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8B788-87A9-ED68-A8E4-252FCCDE6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A1731-9D2D-853E-5F15-D0B56C614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8868F-2465-6429-0BDF-4F2912F60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C875D-D24D-CACC-F7A2-FC61CD8E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BBE69-4B1D-9756-4EB1-BAA91AAA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6D2610-AFC0-45AB-C236-4652B454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496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12EC-2FAB-B02C-FEDE-897CD78D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28B1D-539B-2431-4F8F-E56686D3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A49D3-8FE4-D61E-2999-8231FB8C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7C3E3-0237-5097-C960-9E70D344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69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F4F96-679B-8D3C-9316-969601AA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B7918-90AE-116D-47E7-5FAFC6EA2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EB89D-314E-7F26-AF91-ACA2A3E0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61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E3F2-481F-C60D-D191-1AF2874C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6F59B-AD9D-08FC-F684-A967AA64F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2DD42-19E5-CC5E-22AE-8A5B40CCC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22044-986E-443F-9209-37F49934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FC164-BFA1-8570-4F68-316C1D4E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6B6B3-8889-1C81-8DB0-81E91039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7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ED76-2DAA-CC73-E873-BC9C41A1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5585B-4B6A-6FAD-E9C3-2AAAD43DA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E022F-D544-2460-B6E5-83FD92CD6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06177-B0B6-0BA3-F432-B4B913C4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EB355-16D2-B165-A4A5-DE019DE1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347A5-19E1-3E66-ED7A-B7F66603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668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6007-2807-3169-0DB2-98FDCD2B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EA9EA-A621-684A-09C4-992013037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5881-B2CD-F9AA-7B55-1598759A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65C6E-4FDD-6796-43F4-13DD3C16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19E2-3291-1550-03B8-896A8B9B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39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D7437-E2AE-B070-7815-7045ADE64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76C5A-101F-EB1B-A172-5F69BFAEA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2E6EE-9D35-1E76-7180-1C63104D7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D0ABE-3E22-485E-D608-72A6B914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8E19C-A238-E2AB-B670-570784AC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89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55B8D-DDE9-D3EF-0738-4AA8D1109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9527-8AA5-2947-6DEA-43FEB52F4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1E52F-644C-70FA-4F1A-890E242F9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5E2B6-2D2F-4BC3-2A39-E1087D312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DDBDD-424C-6D7D-BC62-6F1C7EEF0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02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valid-parentheses/" TargetMode="External"/><Relationship Id="rId2" Type="http://schemas.openxmlformats.org/officeDocument/2006/relationships/hyperlink" Target="https://leetcode.com/problems/backspace-string-compar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B9FF-1321-CC3A-3C48-96FAAEB636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Algorithms complexity and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6FC4D-A3C0-4410-B145-14360C439B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Romain Lhotte</a:t>
            </a:r>
          </a:p>
        </p:txBody>
      </p:sp>
    </p:spTree>
    <p:extLst>
      <p:ext uri="{BB962C8B-B14F-4D97-AF65-F5344CB8AC3E}">
        <p14:creationId xmlns:p14="http://schemas.microsoft.com/office/powerpoint/2010/main" val="200906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1A61-3959-4557-AD9E-075C90E2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1333A-B157-7BA8-081A-2ACCDA82D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29" y="1690688"/>
            <a:ext cx="11063541" cy="4667250"/>
          </a:xfrm>
        </p:spPr>
        <p:txBody>
          <a:bodyPr>
            <a:normAutofit/>
          </a:bodyPr>
          <a:lstStyle/>
          <a:p>
            <a:r>
              <a:rPr lang="en-GB" dirty="0" err="1"/>
              <a:t>Seq</a:t>
            </a:r>
            <a:r>
              <a:rPr lang="en-GB" dirty="0"/>
              <a:t> 1: Introduction, probably things you already know, primes and fast exponentiation</a:t>
            </a:r>
          </a:p>
          <a:p>
            <a:r>
              <a:rPr lang="en-GB" dirty="0" err="1"/>
              <a:t>Seq</a:t>
            </a:r>
            <a:r>
              <a:rPr lang="en-GB" dirty="0"/>
              <a:t> 2: Abstract Data Type &amp; Data Structure. Array &amp; Linked Lists.</a:t>
            </a:r>
          </a:p>
          <a:p>
            <a:r>
              <a:rPr lang="en-GB" b="1" dirty="0" err="1"/>
              <a:t>Seq</a:t>
            </a:r>
            <a:r>
              <a:rPr lang="en-GB" b="1" dirty="0"/>
              <a:t> 3: Queue &amp; Stack. Sorting. </a:t>
            </a:r>
          </a:p>
          <a:p>
            <a:r>
              <a:rPr lang="en-GB" dirty="0" err="1"/>
              <a:t>Seq</a:t>
            </a:r>
            <a:r>
              <a:rPr lang="en-GB" dirty="0"/>
              <a:t> 4: Sets with arrays. Two Pointers.</a:t>
            </a:r>
          </a:p>
          <a:p>
            <a:r>
              <a:rPr lang="en-GB" dirty="0" err="1"/>
              <a:t>Seq</a:t>
            </a:r>
            <a:r>
              <a:rPr lang="en-GB" dirty="0"/>
              <a:t> 5: Some exercises. Set with hashing.</a:t>
            </a:r>
          </a:p>
          <a:p>
            <a:r>
              <a:rPr lang="en-GB" dirty="0" err="1"/>
              <a:t>Seq</a:t>
            </a:r>
            <a:r>
              <a:rPr lang="en-GB" dirty="0"/>
              <a:t> 6-8: Graphs (slide dominant), trees, DFS, BFS, priority queues</a:t>
            </a:r>
          </a:p>
          <a:p>
            <a:r>
              <a:rPr lang="en-GB" dirty="0" err="1"/>
              <a:t>Seq</a:t>
            </a:r>
            <a:r>
              <a:rPr lang="en-GB" dirty="0"/>
              <a:t> 9: Exercises</a:t>
            </a:r>
          </a:p>
          <a:p>
            <a:r>
              <a:rPr lang="en-GB" dirty="0" err="1"/>
              <a:t>Seq</a:t>
            </a:r>
            <a:r>
              <a:rPr lang="en-GB" dirty="0"/>
              <a:t> 10: Exam (MCQ &amp; 2 coding exercises &amp; GPT/Copilot not allowed)</a:t>
            </a:r>
          </a:p>
        </p:txBody>
      </p:sp>
    </p:spTree>
    <p:extLst>
      <p:ext uri="{BB962C8B-B14F-4D97-AF65-F5344CB8AC3E}">
        <p14:creationId xmlns:p14="http://schemas.microsoft.com/office/powerpoint/2010/main" val="113748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949F-9D65-EB26-DB87-25AE5BEE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AC18-755C-677B-DDA5-B31636791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First In First Out</a:t>
            </a:r>
          </a:p>
        </p:txBody>
      </p:sp>
      <p:pic>
        <p:nvPicPr>
          <p:cNvPr id="1026" name="Picture 2" descr="Queue (abstract data type) - Wikipedia">
            <a:extLst>
              <a:ext uri="{FF2B5EF4-FFF2-40B4-BE49-F238E27FC236}">
                <a16:creationId xmlns:a16="http://schemas.microsoft.com/office/drawing/2014/main" id="{33503A98-FCFF-7574-15BE-1A4DCD7C8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1895981"/>
            <a:ext cx="4709160" cy="306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15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949F-9D65-EB26-DB87-25AE5BEE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Stack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AC18-755C-677B-DDA5-B31636791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Last In First Out</a:t>
            </a:r>
          </a:p>
        </p:txBody>
      </p:sp>
      <p:pic>
        <p:nvPicPr>
          <p:cNvPr id="2050" name="Picture 2" descr="Stack Data Structure - GeeksforGeeks">
            <a:extLst>
              <a:ext uri="{FF2B5EF4-FFF2-40B4-BE49-F238E27FC236}">
                <a16:creationId xmlns:a16="http://schemas.microsoft.com/office/drawing/2014/main" id="{E649F640-E2C8-A210-91A8-DB3E7FB4B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80"/>
          <a:stretch/>
        </p:blipFill>
        <p:spPr bwMode="auto">
          <a:xfrm>
            <a:off x="4792980" y="1047750"/>
            <a:ext cx="570738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741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E8EF-2D67-C98F-F8EA-53E05347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Double </a:t>
            </a:r>
            <a:r>
              <a:rPr lang="fr-FR" dirty="0" err="1"/>
              <a:t>Ended</a:t>
            </a:r>
            <a:r>
              <a:rPr lang="fr-FR" dirty="0"/>
              <a:t> Queue (new data structure 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CF2C7-994C-883D-D927-65C8FC173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.append (append on the right) O(1)</a:t>
            </a:r>
          </a:p>
          <a:p>
            <a:pPr marL="0" indent="0">
              <a:buNone/>
            </a:pPr>
            <a:r>
              <a:rPr lang="fr-FR" dirty="0"/>
              <a:t>.</a:t>
            </a:r>
            <a:r>
              <a:rPr lang="fr-FR" dirty="0" err="1"/>
              <a:t>appendleft</a:t>
            </a:r>
            <a:r>
              <a:rPr lang="fr-FR" dirty="0"/>
              <a:t> (append on the </a:t>
            </a:r>
            <a:r>
              <a:rPr lang="fr-FR" dirty="0" err="1"/>
              <a:t>left</a:t>
            </a:r>
            <a:r>
              <a:rPr lang="fr-FR" dirty="0"/>
              <a:t>) O(1)</a:t>
            </a:r>
          </a:p>
          <a:p>
            <a:pPr marL="0" indent="0">
              <a:buNone/>
            </a:pPr>
            <a:r>
              <a:rPr lang="fr-FR" dirty="0"/>
              <a:t>.pop (</a:t>
            </a:r>
            <a:r>
              <a:rPr lang="fr-FR" dirty="0" err="1"/>
              <a:t>remove</a:t>
            </a:r>
            <a:r>
              <a:rPr lang="fr-FR" dirty="0"/>
              <a:t> the last </a:t>
            </a:r>
            <a:r>
              <a:rPr lang="fr-FR" dirty="0" err="1"/>
              <a:t>element</a:t>
            </a:r>
            <a:r>
              <a:rPr lang="fr-FR" dirty="0"/>
              <a:t> on the right) O(1)</a:t>
            </a:r>
          </a:p>
          <a:p>
            <a:pPr marL="0" indent="0">
              <a:buNone/>
            </a:pPr>
            <a:r>
              <a:rPr lang="fr-FR" dirty="0"/>
              <a:t>.</a:t>
            </a:r>
            <a:r>
              <a:rPr lang="fr-FR" dirty="0" err="1"/>
              <a:t>popleft</a:t>
            </a:r>
            <a:r>
              <a:rPr lang="fr-FR" dirty="0"/>
              <a:t> (</a:t>
            </a:r>
            <a:r>
              <a:rPr lang="fr-FR" dirty="0" err="1"/>
              <a:t>remove</a:t>
            </a:r>
            <a:r>
              <a:rPr lang="fr-FR" dirty="0"/>
              <a:t> the first </a:t>
            </a:r>
            <a:r>
              <a:rPr lang="fr-FR" dirty="0" err="1"/>
              <a:t>element</a:t>
            </a:r>
            <a:r>
              <a:rPr lang="fr-FR" dirty="0"/>
              <a:t>) O(1)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Use a </a:t>
            </a:r>
            <a:r>
              <a:rPr lang="fr-FR" dirty="0" err="1"/>
              <a:t>doubly</a:t>
            </a:r>
            <a:r>
              <a:rPr lang="fr-FR" dirty="0"/>
              <a:t> </a:t>
            </a:r>
            <a:r>
              <a:rPr lang="fr-FR" dirty="0" err="1"/>
              <a:t>linked</a:t>
            </a:r>
            <a:r>
              <a:rPr lang="fr-FR" dirty="0"/>
              <a:t> list </a:t>
            </a:r>
            <a:r>
              <a:rPr lang="fr-FR" dirty="0" err="1"/>
              <a:t>under</a:t>
            </a:r>
            <a:r>
              <a:rPr lang="fr-FR" dirty="0"/>
              <a:t> the </a:t>
            </a:r>
            <a:r>
              <a:rPr lang="fr-FR" dirty="0" err="1"/>
              <a:t>hood</a:t>
            </a:r>
            <a:r>
              <a:rPr lang="fr-FR" dirty="0"/>
              <a:t> </a:t>
            </a:r>
            <a:r>
              <a:rPr lang="fr-FR" sz="1600" dirty="0"/>
              <a:t>(</a:t>
            </a:r>
            <a:r>
              <a:rPr lang="fr-FR" sz="1600" dirty="0" err="1"/>
              <a:t>linked</a:t>
            </a:r>
            <a:r>
              <a:rPr lang="fr-FR" sz="1600" dirty="0"/>
              <a:t> </a:t>
            </a:r>
            <a:r>
              <a:rPr lang="fr-FR" sz="1600" dirty="0" err="1"/>
              <a:t>lists</a:t>
            </a:r>
            <a:r>
              <a:rPr lang="fr-FR" sz="1600" dirty="0"/>
              <a:t> </a:t>
            </a:r>
            <a:r>
              <a:rPr lang="fr-FR" sz="1600" dirty="0" err="1"/>
              <a:t>implemented</a:t>
            </a:r>
            <a:r>
              <a:rPr lang="fr-FR" sz="1600" dirty="0"/>
              <a:t> with </a:t>
            </a:r>
            <a:r>
              <a:rPr lang="fr-FR" sz="1600" dirty="0" err="1"/>
              <a:t>arrays</a:t>
            </a:r>
            <a:r>
              <a:rPr lang="fr-FR" sz="1600" dirty="0"/>
              <a:t> for </a:t>
            </a:r>
            <a:r>
              <a:rPr lang="fr-FR" sz="1600" dirty="0" err="1"/>
              <a:t>greater</a:t>
            </a:r>
            <a:r>
              <a:rPr lang="fr-FR" sz="1600" dirty="0"/>
              <a:t> </a:t>
            </a:r>
            <a:r>
              <a:rPr lang="fr-FR" sz="1600" dirty="0" err="1"/>
              <a:t>efficiency</a:t>
            </a:r>
            <a:r>
              <a:rPr lang="fr-FR" sz="1600" dirty="0"/>
              <a:t> but </a:t>
            </a:r>
            <a:r>
              <a:rPr lang="fr-FR" sz="1600" dirty="0" err="1"/>
              <a:t>that’s</a:t>
            </a:r>
            <a:r>
              <a:rPr lang="fr-FR" sz="1600" dirty="0"/>
              <a:t> out of the scope of the class)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660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E8EF-2D67-C98F-F8EA-53E05347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CF2C7-994C-883D-D927-65C8FC173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So far: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GB" sz="2400" dirty="0"/>
              <a:t>Static arrays =&gt; rarely used (never in Python, sometimes in other languages)</a:t>
            </a:r>
            <a:endParaRPr lang="en-GB" dirty="0"/>
          </a:p>
          <a:p>
            <a:pPr>
              <a:buFont typeface="Calibri" panose="020B0604020202020204" pitchFamily="34" charset="0"/>
              <a:buChar char="-"/>
            </a:pPr>
            <a:r>
              <a:rPr lang="en-GB" sz="2400" dirty="0"/>
              <a:t>Dynamic arrays =&gt; frequently used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GB" sz="2400" dirty="0"/>
              <a:t>Linked lists =&gt; almost never used in practice but useful to understand theory (for two reasons: deque is built on a doubly linked list and will be useful when we see trees)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GB" sz="2400" dirty="0"/>
              <a:t>Queues and stacks =&gt; Queues very often used. Stacks are very often used but are just dynamic arrays.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Soon: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GB" sz="2400" dirty="0"/>
              <a:t>Sets, dictionaries, graphs, trees. All frequently used.</a:t>
            </a:r>
          </a:p>
          <a:p>
            <a:pPr>
              <a:buFont typeface="Calibri" panose="020B0604020202020204" pitchFamily="34" charset="0"/>
              <a:buChar char="-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19813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301C-7E0F-F309-305A-B0D5EB5B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exercises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7087B-E1D3-B092-2731-8DEDE6D01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https://leetcode.com/problems/backspace-string-compare/</a:t>
            </a:r>
            <a:r>
              <a:rPr lang="fr-FR" dirty="0"/>
              <a:t> </a:t>
            </a:r>
          </a:p>
          <a:p>
            <a:r>
              <a:rPr lang="fr-FR" dirty="0">
                <a:hlinkClick r:id="rId3"/>
              </a:rPr>
              <a:t>https://leetcode.com/problems/valid-parentheses/</a:t>
            </a:r>
            <a:endParaRPr lang="fr-FR" dirty="0"/>
          </a:p>
          <a:p>
            <a:r>
              <a:rPr lang="fr-FR" dirty="0"/>
              <a:t>A harder exercice on the platform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have the exam on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19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84AA-744B-905A-B6D4-CB48AA7E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Sorting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A979C-55CF-084D-44DB-854FBC51B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98" y="1821179"/>
            <a:ext cx="10678604" cy="361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3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Merge-Sort">
            <a:extLst>
              <a:ext uri="{FF2B5EF4-FFF2-40B4-BE49-F238E27FC236}">
                <a16:creationId xmlns:a16="http://schemas.microsoft.com/office/drawing/2014/main" id="{50B5EA75-C083-678C-52DD-BD08893C3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216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Students xmlns="723b9075-60a5-4ebd-9e5b-21adda8e8e5c" xsi:nil="true"/>
    <DefaultSectionNames xmlns="723b9075-60a5-4ebd-9e5b-21adda8e8e5c" xsi:nil="true"/>
    <CultureName xmlns="723b9075-60a5-4ebd-9e5b-21adda8e8e5c" xsi:nil="true"/>
    <Students xmlns="723b9075-60a5-4ebd-9e5b-21adda8e8e5c">
      <UserInfo>
        <DisplayName/>
        <AccountId xsi:nil="true"/>
        <AccountType/>
      </UserInfo>
    </Students>
    <AppVersion xmlns="723b9075-60a5-4ebd-9e5b-21adda8e8e5c" xsi:nil="true"/>
    <TeamsChannelId xmlns="723b9075-60a5-4ebd-9e5b-21adda8e8e5c" xsi:nil="true"/>
    <Owner xmlns="723b9075-60a5-4ebd-9e5b-21adda8e8e5c">
      <UserInfo>
        <DisplayName/>
        <AccountId xsi:nil="true"/>
        <AccountType/>
      </UserInfo>
    </Owner>
    <Teachers xmlns="723b9075-60a5-4ebd-9e5b-21adda8e8e5c">
      <UserInfo>
        <DisplayName/>
        <AccountId xsi:nil="true"/>
        <AccountType/>
      </UserInfo>
    </Teachers>
    <Invited_Teachers xmlns="723b9075-60a5-4ebd-9e5b-21adda8e8e5c" xsi:nil="true"/>
    <Math_Settings xmlns="723b9075-60a5-4ebd-9e5b-21adda8e8e5c" xsi:nil="true"/>
    <NotebookType xmlns="723b9075-60a5-4ebd-9e5b-21adda8e8e5c" xsi:nil="true"/>
    <Student_Groups xmlns="723b9075-60a5-4ebd-9e5b-21adda8e8e5c">
      <UserInfo>
        <DisplayName/>
        <AccountId xsi:nil="true"/>
        <AccountType/>
      </UserInfo>
    </Student_Groups>
    <Teams_Channel_Section_Location xmlns="723b9075-60a5-4ebd-9e5b-21adda8e8e5c" xsi:nil="true"/>
    <Templates xmlns="723b9075-60a5-4ebd-9e5b-21adda8e8e5c" xsi:nil="true"/>
    <Self_Registration_Enabled xmlns="723b9075-60a5-4ebd-9e5b-21adda8e8e5c" xsi:nil="true"/>
    <Has_Teacher_Only_SectionGroup xmlns="723b9075-60a5-4ebd-9e5b-21adda8e8e5c" xsi:nil="true"/>
    <Distribution_Groups xmlns="723b9075-60a5-4ebd-9e5b-21adda8e8e5c" xsi:nil="true"/>
    <LMS_Mappings xmlns="723b9075-60a5-4ebd-9e5b-21adda8e8e5c" xsi:nil="true"/>
    <IsNotebookLocked xmlns="723b9075-60a5-4ebd-9e5b-21adda8e8e5c" xsi:nil="true"/>
    <Is_Collaboration_Space_Locked xmlns="723b9075-60a5-4ebd-9e5b-21adda8e8e5c" xsi:nil="true"/>
    <FolderType xmlns="723b9075-60a5-4ebd-9e5b-21adda8e8e5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AD7B13DB957F47B2BB05D8B13DEB14" ma:contentTypeVersion="25" ma:contentTypeDescription="Crée un document." ma:contentTypeScope="" ma:versionID="ab4365d35d076155d53b1c75c36ecccc">
  <xsd:schema xmlns:xsd="http://www.w3.org/2001/XMLSchema" xmlns:xs="http://www.w3.org/2001/XMLSchema" xmlns:p="http://schemas.microsoft.com/office/2006/metadata/properties" xmlns:ns2="723b9075-60a5-4ebd-9e5b-21adda8e8e5c" targetNamespace="http://schemas.microsoft.com/office/2006/metadata/properties" ma:root="true" ma:fieldsID="e5507e2b3ae5531bd432aa0336976291" ns2:_="">
    <xsd:import namespace="723b9075-60a5-4ebd-9e5b-21adda8e8e5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b9075-60a5-4ebd-9e5b-21adda8e8e5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F80419-2CAF-4F41-985F-B2344CE76B68}">
  <ds:schemaRefs>
    <ds:schemaRef ds:uri="723b9075-60a5-4ebd-9e5b-21adda8e8e5c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8B835A4-1C0F-495F-A85E-788033FB58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008693-8B51-4345-9D0E-3E57DDBE6E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3b9075-60a5-4ebd-9e5b-21adda8e8e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235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Algorithms complexity and optimization</vt:lpstr>
      <vt:lpstr>Plan</vt:lpstr>
      <vt:lpstr>Queue</vt:lpstr>
      <vt:lpstr>Stack </vt:lpstr>
      <vt:lpstr>Double Ended Queue (new data structure !)</vt:lpstr>
      <vt:lpstr>In practice</vt:lpstr>
      <vt:lpstr>Some exercises</vt:lpstr>
      <vt:lpstr>Sorting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Lhotte</dc:creator>
  <cp:lastModifiedBy>Romain Lhotte</cp:lastModifiedBy>
  <cp:revision>40</cp:revision>
  <dcterms:created xsi:type="dcterms:W3CDTF">2024-08-30T10:08:02Z</dcterms:created>
  <dcterms:modified xsi:type="dcterms:W3CDTF">2025-06-16T17:30:15Z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0x01010027AD7B13DB957F47B2BB05D8B13DEB14</vt:lpwstr>
  </property>
</Properties>
</file>