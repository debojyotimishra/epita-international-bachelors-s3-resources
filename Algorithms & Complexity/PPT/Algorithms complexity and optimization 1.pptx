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256" r:id="rId5"/>
    <p:sldId id="257" r:id="rId6"/>
    <p:sldId id="258" r:id="rId7"/>
    <p:sldId id="260" r:id="rId8"/>
    <p:sldId id="262" r:id="rId9"/>
    <p:sldId id="259" r:id="rId10"/>
    <p:sldId id="261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A93B84-BC20-777B-4BB9-7DAA72B12593}" v="1" dt="2024-09-20T09:23:50.3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main Lhotte" userId="S::romain.lhotte@epita.fr::5243ed4a-24b4-4454-8033-42bc056e6bcb" providerId="AD" clId="Web-{0EA93B84-BC20-777B-4BB9-7DAA72B12593}"/>
    <pc:docChg chg="modSld">
      <pc:chgData name="Romain Lhotte" userId="S::romain.lhotte@epita.fr::5243ed4a-24b4-4454-8033-42bc056e6bcb" providerId="AD" clId="Web-{0EA93B84-BC20-777B-4BB9-7DAA72B12593}" dt="2024-09-20T09:23:50.369" v="0" actId="20577"/>
      <pc:docMkLst>
        <pc:docMk/>
      </pc:docMkLst>
      <pc:sldChg chg="modSp">
        <pc:chgData name="Romain Lhotte" userId="S::romain.lhotte@epita.fr::5243ed4a-24b4-4454-8033-42bc056e6bcb" providerId="AD" clId="Web-{0EA93B84-BC20-777B-4BB9-7DAA72B12593}" dt="2024-09-20T09:23:50.369" v="0" actId="20577"/>
        <pc:sldMkLst>
          <pc:docMk/>
          <pc:sldMk cId="1137482569" sldId="257"/>
        </pc:sldMkLst>
        <pc:spChg chg="mod">
          <ac:chgData name="Romain Lhotte" userId="S::romain.lhotte@epita.fr::5243ed4a-24b4-4454-8033-42bc056e6bcb" providerId="AD" clId="Web-{0EA93B84-BC20-777B-4BB9-7DAA72B12593}" dt="2024-09-20T09:23:50.369" v="0" actId="20577"/>
          <ac:spMkLst>
            <pc:docMk/>
            <pc:sldMk cId="1137482569" sldId="257"/>
            <ac:spMk id="3" creationId="{26B1333A-B157-7BA8-081A-2ACCDA82D6B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CA17D6-8FEA-41D7-A2D4-2BD44270F04B}" type="datetimeFigureOut">
              <a:rPr lang="en-GB" smtClean="0"/>
              <a:t>20/09/2024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F28B2B-5F96-440A-B5C5-C1A01FB547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9544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Explain </a:t>
            </a:r>
            <a:r>
              <a:rPr lang="en-GB" dirty="0" err="1"/>
              <a:t>timeit</a:t>
            </a:r>
            <a:r>
              <a:rPr lang="en-GB" dirty="0"/>
              <a:t> quickly. Explain that these differences would be more significant in lower level language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F28B2B-5F96-440A-B5C5-C1A01FB54741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1634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To understand the more complicated non-useless things, you have to understand the things you will never use because people have already implemented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F28B2B-5F96-440A-B5C5-C1A01FB54741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7692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5ECD1-5BB6-0C46-DEBB-0BE0A2A1CA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2EE631-7805-2F5B-3995-8CCAF1733C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1DB588-0DA1-DC2C-0DA3-B41E486A9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E1EC4-78D6-4A17-9304-23D926A88F48}" type="datetimeFigureOut">
              <a:rPr lang="en-GB" smtClean="0"/>
              <a:t>20/09/2024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1812C-D415-AB44-3CCE-BA37085A9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766B6-D3F9-C526-644E-7F8AE530F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18312-AC3E-4BE2-A629-1CA02728BD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9217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924F0-9BAC-0A79-13A6-C9A697733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8E3F1-E71E-4770-24E0-0131292E2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0377F-7C8E-7AA5-488F-DE5C7D3EE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E1EC4-78D6-4A17-9304-23D926A88F48}" type="datetimeFigureOut">
              <a:rPr lang="en-GB" smtClean="0"/>
              <a:t>20/09/2024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42835-10B3-005D-EDF1-351406F10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F1C39F-FC5A-442F-84FB-0D9EB3861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18312-AC3E-4BE2-A629-1CA02728BD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1349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867A8-22B1-C199-C122-18C129BA1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07E07C-BF83-DF8D-0779-789DCD3F68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344C1-5631-5F02-1E7F-3ECF04A3A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E1EC4-78D6-4A17-9304-23D926A88F48}" type="datetimeFigureOut">
              <a:rPr lang="en-GB" smtClean="0"/>
              <a:t>20/09/2024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8957E-3A7E-3EF8-FB04-C00FC5DFB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65FF9-500C-2B93-125B-FF7077EC0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18312-AC3E-4BE2-A629-1CA02728BD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0369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2E20F-ABC4-EA0B-F7F5-89C030DB4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5E966-A15B-3ED2-3343-39BB949D51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F41A8B-0BE1-D0C6-1504-5DBBC33334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9BF840-4F63-54B4-65C9-196284DF1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E1EC4-78D6-4A17-9304-23D926A88F48}" type="datetimeFigureOut">
              <a:rPr lang="en-GB" smtClean="0"/>
              <a:t>20/09/2024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73713F-A76E-C28F-4825-BE90738C2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F20AB4-2D85-45FF-E36B-B9A3FAA31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18312-AC3E-4BE2-A629-1CA02728BD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0112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6C798-38A3-30E0-B4ED-8C497E253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F21D3D-0A3A-D87A-42EA-0E9F4DD07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98B788-87A9-ED68-A8E4-252FCCDE6F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3A1731-9D2D-853E-5F15-D0B56C614F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E8868F-2465-6429-0BDF-4F2912F601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0C875D-D24D-CACC-F7A2-FC61CD8E7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E1EC4-78D6-4A17-9304-23D926A88F48}" type="datetimeFigureOut">
              <a:rPr lang="en-GB" smtClean="0"/>
              <a:t>20/09/2024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1BBE69-4B1D-9756-4EB1-BAA91AAAE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6D2610-AFC0-45AB-C236-4652B4547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18312-AC3E-4BE2-A629-1CA02728BD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7496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812EC-2FAB-B02C-FEDE-897CD78D2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328B1D-539B-2431-4F8F-E56686D3D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E1EC4-78D6-4A17-9304-23D926A88F48}" type="datetimeFigureOut">
              <a:rPr lang="en-GB" smtClean="0"/>
              <a:t>20/09/2024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0A49D3-8FE4-D61E-2999-8231FB8C8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A7C3E3-0237-5097-C960-9E70D344A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18312-AC3E-4BE2-A629-1CA02728BD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5698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CF4F96-679B-8D3C-9316-969601AA8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E1EC4-78D6-4A17-9304-23D926A88F48}" type="datetimeFigureOut">
              <a:rPr lang="en-GB" smtClean="0"/>
              <a:t>20/09/2024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2B7918-90AE-116D-47E7-5FAFC6EA2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EEB89D-314E-7F26-AF91-ACA2A3E0B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18312-AC3E-4BE2-A629-1CA02728BD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7617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2E3F2-481F-C60D-D191-1AF2874C7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6F59B-AD9D-08FC-F684-A967AA64F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52DD42-19E5-CC5E-22AE-8A5B40CCC4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822044-986E-443F-9209-37F499348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E1EC4-78D6-4A17-9304-23D926A88F48}" type="datetimeFigureOut">
              <a:rPr lang="en-GB" smtClean="0"/>
              <a:t>20/09/2024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3FC164-BFA1-8570-4F68-316C1D4EA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A6B6B3-8889-1C81-8DB0-81E910390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18312-AC3E-4BE2-A629-1CA02728BD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97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3ED76-2DAA-CC73-E873-BC9C41A1E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D5585B-4B6A-6FAD-E9C3-2AAAD43DA5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DE022F-D544-2460-B6E5-83FD92CD63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906177-B0B6-0BA3-F432-B4B913C4A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E1EC4-78D6-4A17-9304-23D926A88F48}" type="datetimeFigureOut">
              <a:rPr lang="en-GB" smtClean="0"/>
              <a:t>20/09/2024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5EB355-16D2-B165-A4A5-DE019DE1E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4347A5-19E1-3E66-ED7A-B7F66603A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18312-AC3E-4BE2-A629-1CA02728BD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3668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C6007-2807-3169-0DB2-98FDCD2BE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EEA9EA-A621-684A-09C4-9920130375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F5881-B2CD-F9AA-7B55-1598759A7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E1EC4-78D6-4A17-9304-23D926A88F48}" type="datetimeFigureOut">
              <a:rPr lang="en-GB" smtClean="0"/>
              <a:t>20/09/2024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65C6E-4FDD-6796-43F4-13DD3C16A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E19E2-3291-1550-03B8-896A8B9BC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18312-AC3E-4BE2-A629-1CA02728BD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4398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DD7437-E2AE-B070-7815-7045ADE640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A76C5A-101F-EB1B-A172-5F69BFAEA4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22E6EE-9D35-1E76-7180-1C63104D7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E1EC4-78D6-4A17-9304-23D926A88F48}" type="datetimeFigureOut">
              <a:rPr lang="en-GB" smtClean="0"/>
              <a:t>20/09/2024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ED0ABE-3E22-485E-D608-72A6B9145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8E19C-A238-E2AB-B670-570784AC9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18312-AC3E-4BE2-A629-1CA02728BD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8899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F55B8D-DDE9-D3EF-0738-4AA8D1109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079527-8AA5-2947-6DEA-43FEB52F4F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71E52F-644C-70FA-4F1A-890E242F99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5E1EC4-78D6-4A17-9304-23D926A88F48}" type="datetimeFigureOut">
              <a:rPr lang="en-GB" smtClean="0"/>
              <a:t>20/09/2024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95E2B6-2D2F-4BC3-2A39-E1087D312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DDBDD-424C-6D7D-BC62-6F1C7EEF01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F18312-AC3E-4BE2-A629-1CA02728BD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4027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3B9FF-1321-CC3A-3C48-96FAAEB636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Algorithms complexity and optimization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F6FC4D-A3C0-4410-B145-14360C439B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Romain Lhotte</a:t>
            </a:r>
          </a:p>
        </p:txBody>
      </p:sp>
    </p:spTree>
    <p:extLst>
      <p:ext uri="{BB962C8B-B14F-4D97-AF65-F5344CB8AC3E}">
        <p14:creationId xmlns:p14="http://schemas.microsoft.com/office/powerpoint/2010/main" val="2009060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C1A61-3959-4557-AD9E-075C90E2B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1333A-B157-7BA8-081A-2ACCDA82D6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229" y="1690688"/>
            <a:ext cx="11063541" cy="46672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b="1" dirty="0" err="1"/>
              <a:t>Seq</a:t>
            </a:r>
            <a:r>
              <a:rPr lang="en-GB" b="1" dirty="0"/>
              <a:t> 1: Introduction, probably things you already know, primes and fast exponentiation</a:t>
            </a:r>
          </a:p>
          <a:p>
            <a:r>
              <a:rPr lang="en-GB" dirty="0" err="1"/>
              <a:t>Seq</a:t>
            </a:r>
            <a:r>
              <a:rPr lang="en-GB" dirty="0"/>
              <a:t> 2: Abstract Data Type &amp; Data Structure. Array &amp; Linked Lists.</a:t>
            </a:r>
          </a:p>
          <a:p>
            <a:r>
              <a:rPr lang="en-GB"/>
              <a:t>Seq 3: Queue &amp; Stack. Sorting.</a:t>
            </a:r>
          </a:p>
          <a:p>
            <a:r>
              <a:rPr lang="en-GB"/>
              <a:t>Seq 4: Sets with arrays. Two Pointers.</a:t>
            </a:r>
          </a:p>
          <a:p>
            <a:r>
              <a:rPr lang="en-GB" dirty="0" err="1"/>
              <a:t>Seq</a:t>
            </a:r>
            <a:r>
              <a:rPr lang="en-GB" dirty="0"/>
              <a:t> 5: Some exercises. Set with hashing.</a:t>
            </a:r>
          </a:p>
          <a:p>
            <a:r>
              <a:rPr lang="en-GB" dirty="0" err="1"/>
              <a:t>Seq</a:t>
            </a:r>
            <a:r>
              <a:rPr lang="en-GB" dirty="0"/>
              <a:t> 6-8: Graphs (slide dominant), trees, DFS, BFS, priority queues</a:t>
            </a:r>
          </a:p>
          <a:p>
            <a:r>
              <a:rPr lang="en-GB" dirty="0" err="1"/>
              <a:t>Seq</a:t>
            </a:r>
            <a:r>
              <a:rPr lang="en-GB" dirty="0"/>
              <a:t> 9: Exercises</a:t>
            </a:r>
          </a:p>
          <a:p>
            <a:r>
              <a:rPr lang="en-GB" dirty="0" err="1"/>
              <a:t>Seq</a:t>
            </a:r>
            <a:r>
              <a:rPr lang="en-GB" dirty="0"/>
              <a:t> 10: Exam (MCQ &amp; 2 coding exercises &amp; GPT/Copilot not allowed)</a:t>
            </a:r>
          </a:p>
        </p:txBody>
      </p:sp>
    </p:spTree>
    <p:extLst>
      <p:ext uri="{BB962C8B-B14F-4D97-AF65-F5344CB8AC3E}">
        <p14:creationId xmlns:p14="http://schemas.microsoft.com/office/powerpoint/2010/main" val="1137482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C1A61-3959-4557-AD9E-075C90E2B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Information about the class 1/2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1333A-B157-7BA8-081A-2ACCDA82D6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229" y="1612415"/>
            <a:ext cx="11063541" cy="4439378"/>
          </a:xfrm>
        </p:spPr>
        <p:txBody>
          <a:bodyPr>
            <a:normAutofit/>
          </a:bodyPr>
          <a:lstStyle/>
          <a:p>
            <a:r>
              <a:rPr lang="en-GB" dirty="0"/>
              <a:t>We will only use Python but everything we learn can be applied to other languages.</a:t>
            </a:r>
          </a:p>
          <a:p>
            <a:r>
              <a:rPr lang="en-GB" dirty="0"/>
              <a:t>15% slide, 60% writing code, 20% handwriting, 5% printed notes.</a:t>
            </a:r>
          </a:p>
          <a:p>
            <a:r>
              <a:rPr lang="en-GB" dirty="0"/>
              <a:t>If you don’t have your computer or your computer doesn’t work, pair up with a friend</a:t>
            </a:r>
          </a:p>
          <a:p>
            <a:r>
              <a:rPr lang="en-GB" dirty="0"/>
              <a:t>I don’t mind if you’re late, just sit and don’t interrupt. I won’t lock the attendance thing online too early on.</a:t>
            </a:r>
          </a:p>
          <a:p>
            <a:r>
              <a:rPr lang="en-GB" dirty="0"/>
              <a:t>If you want to use GPT or Copilot or else during the exercise session, go for it, just be aware that you won’t have it for the exam.</a:t>
            </a:r>
          </a:p>
        </p:txBody>
      </p:sp>
    </p:spTree>
    <p:extLst>
      <p:ext uri="{BB962C8B-B14F-4D97-AF65-F5344CB8AC3E}">
        <p14:creationId xmlns:p14="http://schemas.microsoft.com/office/powerpoint/2010/main" val="1494153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C1A61-3959-4557-AD9E-075C90E2B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Information about the class 2/2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1333A-B157-7BA8-081A-2ACCDA82D6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229" y="1690688"/>
            <a:ext cx="11063541" cy="3308593"/>
          </a:xfrm>
        </p:spPr>
        <p:txBody>
          <a:bodyPr>
            <a:normAutofit/>
          </a:bodyPr>
          <a:lstStyle/>
          <a:p>
            <a:r>
              <a:rPr lang="en-GB" dirty="0"/>
              <a:t>Exam is MCQ, one exercise selected from the set of exercises we did together, and one ‘new’ exercise. We will do a mock exam together.</a:t>
            </a:r>
          </a:p>
          <a:p>
            <a:r>
              <a:rPr lang="en-GB" dirty="0"/>
              <a:t>If your Python does not work locally, use Google </a:t>
            </a:r>
            <a:r>
              <a:rPr lang="en-GB" dirty="0" err="1"/>
              <a:t>Colab</a:t>
            </a:r>
            <a:r>
              <a:rPr lang="en-GB" dirty="0"/>
              <a:t> or any online IDE.</a:t>
            </a:r>
          </a:p>
          <a:p>
            <a:r>
              <a:rPr lang="en-GB" dirty="0"/>
              <a:t>If I’m going too fast, tell me, I can slow down, if I’m going too slow, tell me, we can cover (way) more advanced algorithms.</a:t>
            </a:r>
          </a:p>
        </p:txBody>
      </p:sp>
    </p:spTree>
    <p:extLst>
      <p:ext uri="{BB962C8B-B14F-4D97-AF65-F5344CB8AC3E}">
        <p14:creationId xmlns:p14="http://schemas.microsoft.com/office/powerpoint/2010/main" val="2647410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64D40-C8DE-43C2-4D47-C0F042436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1D025-F4FC-CE44-C676-5DAF1BD56B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problem is a description of a mapping between inputs and outputs.</a:t>
            </a:r>
          </a:p>
          <a:p>
            <a:r>
              <a:rPr lang="en-GB" dirty="0"/>
              <a:t>It doesn’t list all inputs and all outputs, it’s just natural language.</a:t>
            </a:r>
          </a:p>
          <a:p>
            <a:r>
              <a:rPr lang="en-GB" dirty="0"/>
              <a:t>To know if you correctly solve the problem, you can prove your solution is correct mathematically.</a:t>
            </a:r>
          </a:p>
          <a:p>
            <a:r>
              <a:rPr lang="en-GB" dirty="0"/>
              <a:t>Or you can try all inputs and check if you get the right output every time.</a:t>
            </a:r>
          </a:p>
          <a:p>
            <a:r>
              <a:rPr lang="en-GB" dirty="0"/>
              <a:t>If all inputs is too much, we often consider that if it works on around 1000 tests that include edge cases … it works.</a:t>
            </a:r>
          </a:p>
        </p:txBody>
      </p:sp>
    </p:spTree>
    <p:extLst>
      <p:ext uri="{BB962C8B-B14F-4D97-AF65-F5344CB8AC3E}">
        <p14:creationId xmlns:p14="http://schemas.microsoft.com/office/powerpoint/2010/main" val="3892098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01857-0CF8-D027-0D8E-323131174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Assumptions	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9685B-5994-DFED-036F-C843CCF43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60176" cy="4351338"/>
          </a:xfrm>
        </p:spPr>
        <p:txBody>
          <a:bodyPr/>
          <a:lstStyle/>
          <a:p>
            <a:r>
              <a:rPr lang="en-GB" dirty="0"/>
              <a:t>Accessing any point in memory is O(1)</a:t>
            </a:r>
          </a:p>
          <a:p>
            <a:r>
              <a:rPr lang="en-GB" dirty="0"/>
              <a:t>Modulus, division, integer division, and addition are all considered O(1)</a:t>
            </a:r>
          </a:p>
          <a:p>
            <a:r>
              <a:rPr lang="en-GB" dirty="0"/>
              <a:t>In Python everything is slower, and it’s harder to see the differences</a:t>
            </a:r>
          </a:p>
          <a:p>
            <a:r>
              <a:rPr lang="en-GB" dirty="0"/>
              <a:t>%2 seems to be fast, why is that?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9EE1753-7027-613F-A4F6-913334B057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424732"/>
            <a:ext cx="6039160" cy="2762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736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4B2F6-33EC-C96A-6A90-436B4EA54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Binary number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F7EED-0A2E-F823-069B-00F4924E0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03681"/>
            <a:ext cx="10515600" cy="715151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Why is %2 fast?</a:t>
            </a:r>
          </a:p>
        </p:txBody>
      </p:sp>
      <p:pic>
        <p:nvPicPr>
          <p:cNvPr id="1026" name="Picture 2" descr="Signed Binary Numbers - Electronics-Lab.com">
            <a:extLst>
              <a:ext uri="{FF2B5EF4-FFF2-40B4-BE49-F238E27FC236}">
                <a16:creationId xmlns:a16="http://schemas.microsoft.com/office/drawing/2014/main" id="{069F46C6-72B4-8900-A307-74CAE85CC5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0283" y="1690688"/>
            <a:ext cx="7878266" cy="3733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4029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BF7A8-424D-F9DC-6CF0-99F9E49A7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Fast exponentiation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097C3-97F5-D031-66A1-867E72C0A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3</a:t>
            </a:r>
            <a:r>
              <a:rPr lang="en-GB" baseline="30000" dirty="0"/>
              <a:t>13</a:t>
            </a:r>
            <a:r>
              <a:rPr lang="en-GB" dirty="0"/>
              <a:t> with 13 operations (3*3*3*3*…*3)</a:t>
            </a:r>
            <a:endParaRPr lang="en-GB" baseline="30000" dirty="0"/>
          </a:p>
          <a:p>
            <a:r>
              <a:rPr lang="en-GB" dirty="0"/>
              <a:t>Possible with only 5 operations </a:t>
            </a:r>
          </a:p>
          <a:p>
            <a:pPr marL="0" indent="0">
              <a:buNone/>
            </a:pPr>
            <a:r>
              <a:rPr lang="en-GB" dirty="0"/>
              <a:t>a=3*3 (3</a:t>
            </a:r>
            <a:r>
              <a:rPr lang="en-GB" baseline="30000" dirty="0"/>
              <a:t>2</a:t>
            </a:r>
            <a:r>
              <a:rPr lang="en-GB" dirty="0"/>
              <a:t>), b=a*a (3</a:t>
            </a:r>
            <a:r>
              <a:rPr lang="en-GB" baseline="30000" dirty="0"/>
              <a:t>4</a:t>
            </a:r>
            <a:r>
              <a:rPr lang="en-GB" dirty="0"/>
              <a:t>), c = b*b (3</a:t>
            </a:r>
            <a:r>
              <a:rPr lang="en-GB" baseline="30000" dirty="0"/>
              <a:t>8</a:t>
            </a:r>
            <a:r>
              <a:rPr lang="en-GB" dirty="0"/>
              <a:t>), d = 3*b*c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08C18C-DBB6-3DDB-BAB3-BB4CC85140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792" y="3598268"/>
            <a:ext cx="10264416" cy="1783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328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ECC2F-68A7-A99B-55C6-42CE20B9E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Frequently asked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4C6D9-C54D-D104-B94C-01FDF67AA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If I do import math; </a:t>
            </a:r>
            <a:r>
              <a:rPr lang="en-GB" dirty="0" err="1"/>
              <a:t>math.pow</a:t>
            </a:r>
            <a:r>
              <a:rPr lang="en-GB" dirty="0"/>
              <a:t>(3, 13), I’ll get the answer, and it uses fast exponentiation, why bother?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127351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D2D14-815F-37DF-051A-740DC909E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Prime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7E0F4-BDB7-82D8-1498-C8BD5C727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8645"/>
            <a:ext cx="10515600" cy="4351338"/>
          </a:xfrm>
        </p:spPr>
        <p:txBody>
          <a:bodyPr/>
          <a:lstStyle/>
          <a:p>
            <a:r>
              <a:rPr lang="en-GB" dirty="0"/>
              <a:t>Two algorithms to know: </a:t>
            </a:r>
          </a:p>
          <a:p>
            <a:pPr lvl="1"/>
            <a:r>
              <a:rPr lang="en-GB" dirty="0" err="1"/>
              <a:t>is_prime</a:t>
            </a:r>
            <a:r>
              <a:rPr lang="en-GB" dirty="0"/>
              <a:t>(n)</a:t>
            </a:r>
          </a:p>
          <a:p>
            <a:pPr lvl="1"/>
            <a:r>
              <a:rPr lang="en-GB" dirty="0" err="1"/>
              <a:t>count_primes</a:t>
            </a:r>
            <a:r>
              <a:rPr lang="en-GB" dirty="0"/>
              <a:t>(n)</a:t>
            </a:r>
          </a:p>
        </p:txBody>
      </p:sp>
    </p:spTree>
    <p:extLst>
      <p:ext uri="{BB962C8B-B14F-4D97-AF65-F5344CB8AC3E}">
        <p14:creationId xmlns:p14="http://schemas.microsoft.com/office/powerpoint/2010/main" val="3806589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7AD7B13DB957F47B2BB05D8B13DEB14" ma:contentTypeVersion="25" ma:contentTypeDescription="Crée un document." ma:contentTypeScope="" ma:versionID="ab4365d35d076155d53b1c75c36ecccc">
  <xsd:schema xmlns:xsd="http://www.w3.org/2001/XMLSchema" xmlns:xs="http://www.w3.org/2001/XMLSchema" xmlns:p="http://schemas.microsoft.com/office/2006/metadata/properties" xmlns:ns2="723b9075-60a5-4ebd-9e5b-21adda8e8e5c" targetNamespace="http://schemas.microsoft.com/office/2006/metadata/properties" ma:root="true" ma:fieldsID="e5507e2b3ae5531bd432aa0336976291" ns2:_="">
    <xsd:import namespace="723b9075-60a5-4ebd-9e5b-21adda8e8e5c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3b9075-60a5-4ebd-9e5b-21adda8e8e5c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3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nvited_Students xmlns="723b9075-60a5-4ebd-9e5b-21adda8e8e5c" xsi:nil="true"/>
    <DefaultSectionNames xmlns="723b9075-60a5-4ebd-9e5b-21adda8e8e5c" xsi:nil="true"/>
    <CultureName xmlns="723b9075-60a5-4ebd-9e5b-21adda8e8e5c" xsi:nil="true"/>
    <Students xmlns="723b9075-60a5-4ebd-9e5b-21adda8e8e5c">
      <UserInfo>
        <DisplayName/>
        <AccountId xsi:nil="true"/>
        <AccountType/>
      </UserInfo>
    </Students>
    <AppVersion xmlns="723b9075-60a5-4ebd-9e5b-21adda8e8e5c" xsi:nil="true"/>
    <TeamsChannelId xmlns="723b9075-60a5-4ebd-9e5b-21adda8e8e5c" xsi:nil="true"/>
    <Owner xmlns="723b9075-60a5-4ebd-9e5b-21adda8e8e5c">
      <UserInfo>
        <DisplayName/>
        <AccountId xsi:nil="true"/>
        <AccountType/>
      </UserInfo>
    </Owner>
    <Teachers xmlns="723b9075-60a5-4ebd-9e5b-21adda8e8e5c">
      <UserInfo>
        <DisplayName/>
        <AccountId xsi:nil="true"/>
        <AccountType/>
      </UserInfo>
    </Teachers>
    <Invited_Teachers xmlns="723b9075-60a5-4ebd-9e5b-21adda8e8e5c" xsi:nil="true"/>
    <Math_Settings xmlns="723b9075-60a5-4ebd-9e5b-21adda8e8e5c" xsi:nil="true"/>
    <NotebookType xmlns="723b9075-60a5-4ebd-9e5b-21adda8e8e5c" xsi:nil="true"/>
    <Student_Groups xmlns="723b9075-60a5-4ebd-9e5b-21adda8e8e5c">
      <UserInfo>
        <DisplayName/>
        <AccountId xsi:nil="true"/>
        <AccountType/>
      </UserInfo>
    </Student_Groups>
    <Teams_Channel_Section_Location xmlns="723b9075-60a5-4ebd-9e5b-21adda8e8e5c" xsi:nil="true"/>
    <Templates xmlns="723b9075-60a5-4ebd-9e5b-21adda8e8e5c" xsi:nil="true"/>
    <Self_Registration_Enabled xmlns="723b9075-60a5-4ebd-9e5b-21adda8e8e5c" xsi:nil="true"/>
    <Has_Teacher_Only_SectionGroup xmlns="723b9075-60a5-4ebd-9e5b-21adda8e8e5c" xsi:nil="true"/>
    <Distribution_Groups xmlns="723b9075-60a5-4ebd-9e5b-21adda8e8e5c" xsi:nil="true"/>
    <LMS_Mappings xmlns="723b9075-60a5-4ebd-9e5b-21adda8e8e5c" xsi:nil="true"/>
    <IsNotebookLocked xmlns="723b9075-60a5-4ebd-9e5b-21adda8e8e5c" xsi:nil="true"/>
    <Is_Collaboration_Space_Locked xmlns="723b9075-60a5-4ebd-9e5b-21adda8e8e5c" xsi:nil="true"/>
    <FolderType xmlns="723b9075-60a5-4ebd-9e5b-21adda8e8e5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412E7AD-4812-4C9B-AD69-CD122020ED95}"/>
</file>

<file path=customXml/itemProps2.xml><?xml version="1.0" encoding="utf-8"?>
<ds:datastoreItem xmlns:ds="http://schemas.openxmlformats.org/officeDocument/2006/customXml" ds:itemID="{CAD466BB-0BF0-43F6-B4DE-B11ED9707D38}">
  <ds:schemaRefs>
    <ds:schemaRef ds:uri="http://schemas.microsoft.com/office/2006/metadata/properties"/>
    <ds:schemaRef ds:uri="http://schemas.microsoft.com/office/infopath/2007/PartnerControls"/>
    <ds:schemaRef ds:uri="723b9075-60a5-4ebd-9e5b-21adda8e8e5c"/>
  </ds:schemaRefs>
</ds:datastoreItem>
</file>

<file path=customXml/itemProps3.xml><?xml version="1.0" encoding="utf-8"?>
<ds:datastoreItem xmlns:ds="http://schemas.openxmlformats.org/officeDocument/2006/customXml" ds:itemID="{F36681C0-F4ED-4168-9EC5-89A76325494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1477</TotalTime>
  <Words>585</Words>
  <Application>Microsoft Office PowerPoint</Application>
  <PresentationFormat>Widescreen</PresentationFormat>
  <Paragraphs>48</Paragraphs>
  <Slides>10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Algorithms complexity and optimization</vt:lpstr>
      <vt:lpstr>Plan</vt:lpstr>
      <vt:lpstr>Information about the class 1/2</vt:lpstr>
      <vt:lpstr>Information about the class 2/2</vt:lpstr>
      <vt:lpstr>Problems</vt:lpstr>
      <vt:lpstr>Assumptions </vt:lpstr>
      <vt:lpstr>Binary number</vt:lpstr>
      <vt:lpstr>Fast exponentiation</vt:lpstr>
      <vt:lpstr>Frequently asked questions</vt:lpstr>
      <vt:lpstr>Prime numbers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Romain Lhotte</dc:creator>
  <cp:lastModifiedBy>Romain Lhotte</cp:lastModifiedBy>
  <cp:revision>30</cp:revision>
  <dcterms:created xsi:type="dcterms:W3CDTF">2024-08-30T10:08:02Z</dcterms:created>
  <dcterms:modified xsi:type="dcterms:W3CDTF">2024-09-20T09:23:50Z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0x01010027AD7B13DB957F47B2BB05D8B13DEB14</vt:lpwstr>
  </property>
</Properties>
</file>